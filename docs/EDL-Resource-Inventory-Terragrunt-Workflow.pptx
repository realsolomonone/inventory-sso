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9900"/>
                </a:solidFill>
                <a:latin typeface="Calibri"/>
              </a:rPr>
              <a:t>SOLUTION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EDL Resource Inventory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C5D4DE"/>
                </a:solidFill>
                <a:latin typeface="Calibri"/>
              </a:rPr>
              <a:t>One IAM role. Every AWS account. Terragrunt runs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B78"/>
                </a:solidFill>
                <a:latin typeface="Calibri"/>
              </a:rPr>
              <a:t>r-edl-resource-inventory   ·   GovCloud us-gov-east-1   ·   IAM Identity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pic>
        <p:nvPicPr>
          <p:cNvPr id="6" name="Picture 5" descr="edl-inventory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1175004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inventory-sso  ·  Official AWS Architecture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TERRAGRUNT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control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32F3E"/>
                </a:solidFill>
                <a:latin typeface="Calibri"/>
              </a:rPr>
              <a:t>One command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C3A47"/>
                </a:solidFill>
                <a:latin typeface="Calibri"/>
              </a:rPr>
              <a:t>terragrunt run --all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32F3E"/>
                </a:solidFill>
                <a:latin typeface="Calibri"/>
              </a:rPr>
              <a:t>One config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C3A47"/>
                </a:solidFill>
                <a:latin typeface="Calibri"/>
              </a:rPr>
              <a:t>root.hcl  →  provider, tags, role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32F3E"/>
                </a:solidFill>
                <a:latin typeface="Calibri"/>
              </a:rPr>
              <a:t>One module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C3A47"/>
                </a:solidFill>
                <a:latin typeface="Calibri"/>
              </a:rPr>
              <a:t>Terraform IAM only. No per-account .tf.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32F3E"/>
                </a:solidFill>
                <a:latin typeface="Calibri"/>
              </a:rPr>
              <a:t>Operators never run terraform.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C3A47"/>
                </a:solidFill>
                <a:latin typeface="Calibri"/>
              </a:rPr>
              <a:t>Terragrunt generates the provider, fans out to every SSO account, and invokes the IAM module.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C3A47"/>
                </a:solidFill>
                <a:latin typeface="Calibri"/>
              </a:rPr>
              <a:t>Destroy from infra/live/accounts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inventory-sso  ·  Official AWS Architecture Icons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2025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Run path</a:t>
            </a:r>
          </a:p>
        </p:txBody>
      </p:sp>
      <p:pic>
        <p:nvPicPr>
          <p:cNvPr id="6" name="Picture 5" descr="edl-inventory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1175004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inventory-sso  ·  Official AWS Architecture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9900"/>
                </a:solidFill>
                <a:latin typeface="Calibri"/>
              </a:rP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Four commands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232F3E"/>
                </a:solidFill>
                <a:latin typeface="Calibri"/>
              </a:rPr>
              <a:t>./scripts/sso-login.sh --all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77439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232F3E"/>
                </a:solidFill>
                <a:latin typeface="Calibri"/>
              </a:rPr>
              <a:t>./scripts/stacks-generate.sh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8999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232F3E"/>
                </a:solidFill>
                <a:latin typeface="Calibri"/>
              </a:rPr>
              <a:t>cd infra/live/accounts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80559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232F3E"/>
                </a:solidFill>
                <a:latin typeface="Calibri"/>
              </a:rPr>
              <a:t>terragrunt run --all apply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inventory-sso  ·  Official AWS Architecture Icons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62025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B8C5D0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